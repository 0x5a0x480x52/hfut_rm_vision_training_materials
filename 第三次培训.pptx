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![类与对象示例](image\第三次培训\类与对象.png)
```dot
digraph StudentOOP {
  rankdir=TB;
  node [fontname="Helvetica", fontsize=12];
  // 定义类
  Student [shape=record, label="{Student类 |+ name: str\l+ scores: list\l|+ average()\l+ add_bonus(bonus)\l+ report()\l}"];
  // 定义实例对象
  alice [shape=note, label="alice\n(Student 对象实例)\nname='Alice'\nscores=[80, 90, 70]"];
  bob   [shape=note, label="bob\n(Student 对象实例)\nname='Bob'\nscores=[60, 65, 70]"];
  // 关系：对象由类实例化而来
  alice -&gt; Student [style=dotted, label="instance of", fontsize=10];
  bob   -&gt; Student [style=dotted, label="instance of", fontsize=10];
}
```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![类与对象示例](image\第三次培训\类与对象.png)
```dot
digraph StudentOOP {
  rankdir=TB;
  node [fontname="Helvetica", fontsize=12];
  // 定义类
  Student [shape=record, label="{Student类 |+ name: str\l+ scores: list\l|+ average()\l+ add_bonus(bonus)\l+ report()\l}"];
  // 定义实例对象
  alice [shape=note, label="alice\n(Student 对象实例)\nname='Alice'\nscores=[80, 90, 70]"];
  bob   [shape=note, label="bob\n(Student 对象实例)\nname='Bob'\nscores=[60, 65, 70]"];
  // 关系：对象由类实例化而来
  alice -&gt; Student [style=dotted, label="instance of", fontsize=10];
  bob   -&gt; Student [style=dotted, label="instance of", fontsize=10];
}
```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第三次培训：Python 面向对象与库简介</dc:title>
  <dc:subject>PptxGenJS Presentation</dc:subject>
  <dc:creator>Created by Marp</dc:creator>
  <cp:lastModifiedBy>Created by Marp</cp:lastModifiedBy>
  <cp:revision>1</cp:revision>
  <dcterms:created xsi:type="dcterms:W3CDTF">2025-10-10T14:43:52Z</dcterms:created>
  <dcterms:modified xsi:type="dcterms:W3CDTF">2025-10-10T14:43:52Z</dcterms:modified>
</cp:coreProperties>
</file>
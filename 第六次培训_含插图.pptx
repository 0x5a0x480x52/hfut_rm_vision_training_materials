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8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10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9173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25FC1CA0-49A4-A0B7-D101-3BE27EBC6EA6}"/>
              </a:ext>
            </a:extLst>
          </p:cNvPr>
          <p:cNvGrpSpPr/>
          <p:nvPr/>
        </p:nvGrpSpPr>
        <p:grpSpPr>
          <a:xfrm>
            <a:off x="5606100" y="3657279"/>
            <a:ext cx="5634961" cy="1695888"/>
            <a:chOff x="5606100" y="3657279"/>
            <a:chExt cx="5634961" cy="1695888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5D33725F-A4E1-3037-AEBA-C65369B017D8}"/>
                </a:ext>
              </a:extLst>
            </p:cNvPr>
            <p:cNvSpPr/>
            <p:nvPr/>
          </p:nvSpPr>
          <p:spPr>
            <a:xfrm>
              <a:off x="6552790" y="4222153"/>
              <a:ext cx="4688271" cy="549872"/>
            </a:xfrm>
            <a:prstGeom prst="rect">
              <a:avLst/>
            </a:prstGeom>
            <a:noFill/>
            <a:ln w="38100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AFEDF83A-2913-2482-644D-85863561822E}"/>
                </a:ext>
              </a:extLst>
            </p:cNvPr>
            <p:cNvSpPr/>
            <p:nvPr/>
          </p:nvSpPr>
          <p:spPr>
            <a:xfrm>
              <a:off x="6661917" y="4279105"/>
              <a:ext cx="807244" cy="435769"/>
            </a:xfrm>
            <a:prstGeom prst="roundRect">
              <a:avLst/>
            </a:prstGeom>
            <a:noFill/>
            <a:ln w="31750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item_0</a:t>
              </a:r>
              <a:endParaRPr lang="zh-CN" altLang="en-US" sz="1600" dirty="0">
                <a:solidFill>
                  <a:schemeClr val="dk1"/>
                </a:solidFill>
              </a:endParaRPr>
            </a:p>
          </p:txBody>
        </p:sp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BB4BD785-F583-50FF-1C60-D56D8114EB61}"/>
                </a:ext>
              </a:extLst>
            </p:cNvPr>
            <p:cNvSpPr/>
            <p:nvPr/>
          </p:nvSpPr>
          <p:spPr>
            <a:xfrm>
              <a:off x="7578288" y="4279105"/>
              <a:ext cx="807244" cy="435769"/>
            </a:xfrm>
            <a:prstGeom prst="roundRect">
              <a:avLst/>
            </a:prstGeom>
            <a:noFill/>
            <a:ln w="31750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item_1</a:t>
              </a:r>
              <a:endParaRPr lang="zh-CN" altLang="en-US" sz="1600" dirty="0">
                <a:solidFill>
                  <a:schemeClr val="dk1"/>
                </a:solidFill>
              </a:endParaRPr>
            </a:p>
          </p:txBody>
        </p:sp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36F0936A-9B6B-B86E-4B5C-CA62A663297E}"/>
                </a:ext>
              </a:extLst>
            </p:cNvPr>
            <p:cNvSpPr/>
            <p:nvPr/>
          </p:nvSpPr>
          <p:spPr>
            <a:xfrm>
              <a:off x="8494659" y="4279104"/>
              <a:ext cx="807244" cy="435769"/>
            </a:xfrm>
            <a:prstGeom prst="roundRect">
              <a:avLst/>
            </a:prstGeom>
            <a:noFill/>
            <a:ln w="31750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item_2</a:t>
              </a:r>
              <a:endParaRPr lang="zh-CN" altLang="en-US" sz="1600" dirty="0">
                <a:solidFill>
                  <a:schemeClr val="dk1"/>
                </a:solidFill>
              </a:endParaRP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CDB22793-22A1-4184-217C-1F9952961EA3}"/>
                </a:ext>
              </a:extLst>
            </p:cNvPr>
            <p:cNvSpPr/>
            <p:nvPr/>
          </p:nvSpPr>
          <p:spPr>
            <a:xfrm>
              <a:off x="9407260" y="4279105"/>
              <a:ext cx="807244" cy="435769"/>
            </a:xfrm>
            <a:prstGeom prst="roundRect">
              <a:avLst/>
            </a:prstGeom>
            <a:noFill/>
            <a:ln w="31750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item_3</a:t>
              </a:r>
              <a:endParaRPr lang="zh-CN" altLang="en-US" sz="1600" dirty="0">
                <a:solidFill>
                  <a:schemeClr val="dk1"/>
                </a:solidFill>
              </a:endParaRPr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3643DE42-58F7-9599-454B-56C787D0A197}"/>
                </a:ext>
              </a:extLst>
            </p:cNvPr>
            <p:cNvSpPr/>
            <p:nvPr/>
          </p:nvSpPr>
          <p:spPr>
            <a:xfrm>
              <a:off x="10319861" y="4279105"/>
              <a:ext cx="807244" cy="435769"/>
            </a:xfrm>
            <a:prstGeom prst="roundRect">
              <a:avLst/>
            </a:prstGeom>
            <a:noFill/>
            <a:ln w="31750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item_4</a:t>
              </a:r>
              <a:endParaRPr lang="zh-CN" altLang="en-US" sz="1600" dirty="0">
                <a:solidFill>
                  <a:schemeClr val="dk1"/>
                </a:solidFill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378D4DF-C46E-1687-AD7F-7E9AC57431FD}"/>
                </a:ext>
              </a:extLst>
            </p:cNvPr>
            <p:cNvSpPr txBox="1"/>
            <p:nvPr/>
          </p:nvSpPr>
          <p:spPr>
            <a:xfrm>
              <a:off x="5606100" y="4312322"/>
              <a:ext cx="9418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Array[5]</a:t>
              </a:r>
              <a:endParaRPr lang="zh-CN" altLang="en-US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2D1FEA13-31D2-E8E8-95B4-E6030FC8F946}"/>
                </a:ext>
              </a:extLst>
            </p:cNvPr>
            <p:cNvSpPr txBox="1"/>
            <p:nvPr/>
          </p:nvSpPr>
          <p:spPr>
            <a:xfrm>
              <a:off x="5800351" y="4983835"/>
              <a:ext cx="5533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a[5]</a:t>
              </a:r>
              <a:endParaRPr lang="zh-CN" altLang="en-US" dirty="0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7DAB21A-7730-18C9-7B5D-E1C7CB1D7EA8}"/>
                </a:ext>
              </a:extLst>
            </p:cNvPr>
            <p:cNvSpPr txBox="1"/>
            <p:nvPr/>
          </p:nvSpPr>
          <p:spPr>
            <a:xfrm>
              <a:off x="6914696" y="4983835"/>
              <a:ext cx="301686" cy="369332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</a:t>
              </a:r>
              <a:endParaRPr lang="zh-CN" altLang="en-US" dirty="0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FED95CF5-8D62-8B50-9353-19338CA44007}"/>
                </a:ext>
              </a:extLst>
            </p:cNvPr>
            <p:cNvSpPr txBox="1"/>
            <p:nvPr/>
          </p:nvSpPr>
          <p:spPr>
            <a:xfrm>
              <a:off x="7831067" y="4983835"/>
              <a:ext cx="301686" cy="369332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>
              <a:lvl1pPr>
                <a:defRPr/>
              </a:lvl1pPr>
            </a:lstStyle>
            <a:p>
              <a:r>
                <a:rPr lang="en-US" altLang="zh-CN" dirty="0"/>
                <a:t>2</a:t>
              </a:r>
              <a:endParaRPr lang="zh-CN" altLang="en-US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C50EFD71-1B15-1CD3-33AB-C1E0CE5DE45B}"/>
                </a:ext>
              </a:extLst>
            </p:cNvPr>
            <p:cNvSpPr txBox="1"/>
            <p:nvPr/>
          </p:nvSpPr>
          <p:spPr>
            <a:xfrm>
              <a:off x="8739898" y="4983835"/>
              <a:ext cx="301686" cy="369332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>
              <a:lvl1pPr>
                <a:defRPr/>
              </a:lvl1pPr>
            </a:lstStyle>
            <a:p>
              <a:r>
                <a:rPr lang="en-US" altLang="zh-CN" dirty="0"/>
                <a:t>3</a:t>
              </a:r>
              <a:endParaRPr lang="zh-CN" altLang="en-US" dirty="0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29DE103C-4ADB-CC24-DE78-4CEE3FF88388}"/>
                </a:ext>
              </a:extLst>
            </p:cNvPr>
            <p:cNvSpPr txBox="1"/>
            <p:nvPr/>
          </p:nvSpPr>
          <p:spPr>
            <a:xfrm>
              <a:off x="9663809" y="4983835"/>
              <a:ext cx="301686" cy="369332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4</a:t>
              </a:r>
              <a:endParaRPr lang="zh-CN" altLang="en-US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D7389F69-F406-3331-4ABA-AF3D328B50C3}"/>
                </a:ext>
              </a:extLst>
            </p:cNvPr>
            <p:cNvSpPr txBox="1"/>
            <p:nvPr/>
          </p:nvSpPr>
          <p:spPr>
            <a:xfrm>
              <a:off x="10580180" y="4983835"/>
              <a:ext cx="301686" cy="369332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5</a:t>
              </a:r>
              <a:endParaRPr lang="zh-CN" altLang="en-US" dirty="0"/>
            </a:p>
          </p:txBody>
        </p: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3C30CAE6-8EBF-0C5A-A508-D77C8E9EA9BC}"/>
                </a:ext>
              </a:extLst>
            </p:cNvPr>
            <p:cNvCxnSpPr>
              <a:stCxn id="13" idx="0"/>
              <a:endCxn id="3" idx="2"/>
            </p:cNvCxnSpPr>
            <p:nvPr/>
          </p:nvCxnSpPr>
          <p:spPr>
            <a:xfrm flipV="1">
              <a:off x="7065539" y="4714874"/>
              <a:ext cx="0" cy="268961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6AE8E32F-C232-8EF2-E0D1-6EFFBAC69D04}"/>
                </a:ext>
              </a:extLst>
            </p:cNvPr>
            <p:cNvCxnSpPr>
              <a:stCxn id="14" idx="0"/>
              <a:endCxn id="4" idx="2"/>
            </p:cNvCxnSpPr>
            <p:nvPr/>
          </p:nvCxnSpPr>
          <p:spPr>
            <a:xfrm flipV="1">
              <a:off x="7981910" y="4714874"/>
              <a:ext cx="0" cy="268961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55A5D8E4-DB8E-3E43-F171-1563BDD85F48}"/>
                </a:ext>
              </a:extLst>
            </p:cNvPr>
            <p:cNvCxnSpPr>
              <a:stCxn id="15" idx="0"/>
              <a:endCxn id="5" idx="2"/>
            </p:cNvCxnSpPr>
            <p:nvPr/>
          </p:nvCxnSpPr>
          <p:spPr>
            <a:xfrm flipV="1">
              <a:off x="8890741" y="4714873"/>
              <a:ext cx="7540" cy="26896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2BB4FD39-4CFA-0B1C-1B09-3030AAE40B85}"/>
                </a:ext>
              </a:extLst>
            </p:cNvPr>
            <p:cNvCxnSpPr>
              <a:stCxn id="16" idx="0"/>
              <a:endCxn id="6" idx="2"/>
            </p:cNvCxnSpPr>
            <p:nvPr/>
          </p:nvCxnSpPr>
          <p:spPr>
            <a:xfrm flipH="1" flipV="1">
              <a:off x="9810882" y="4714874"/>
              <a:ext cx="3770" cy="268961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F4E153C9-7FF9-2F3B-AD55-A5CA26F75B68}"/>
                </a:ext>
              </a:extLst>
            </p:cNvPr>
            <p:cNvCxnSpPr>
              <a:stCxn id="17" idx="0"/>
              <a:endCxn id="10" idx="2"/>
            </p:cNvCxnSpPr>
            <p:nvPr/>
          </p:nvCxnSpPr>
          <p:spPr>
            <a:xfrm flipH="1" flipV="1">
              <a:off x="10723483" y="4714874"/>
              <a:ext cx="7540" cy="268961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左大括号 29">
              <a:extLst>
                <a:ext uri="{FF2B5EF4-FFF2-40B4-BE49-F238E27FC236}">
                  <a16:creationId xmlns:a16="http://schemas.microsoft.com/office/drawing/2014/main" id="{AD45D317-637B-CF0F-4553-CC9D636E329D}"/>
                </a:ext>
              </a:extLst>
            </p:cNvPr>
            <p:cNvSpPr/>
            <p:nvPr/>
          </p:nvSpPr>
          <p:spPr>
            <a:xfrm rot="5400000">
              <a:off x="7002488" y="3616194"/>
              <a:ext cx="126101" cy="914400"/>
            </a:xfrm>
            <a:prstGeom prst="leftBrac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635B5A43-BB6C-8A2C-DF2A-60027B19021D}"/>
                </a:ext>
              </a:extLst>
            </p:cNvPr>
            <p:cNvSpPr txBox="1"/>
            <p:nvPr/>
          </p:nvSpPr>
          <p:spPr>
            <a:xfrm>
              <a:off x="6848428" y="3657279"/>
              <a:ext cx="434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int</a:t>
              </a:r>
              <a:endParaRPr lang="zh-CN" altLang="en-US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矩形 64">
            <a:extLst>
              <a:ext uri="{FF2B5EF4-FFF2-40B4-BE49-F238E27FC236}">
                <a16:creationId xmlns:a16="http://schemas.microsoft.com/office/drawing/2014/main" id="{FC6995B9-66A2-BCCD-645E-008A7B4F8C6C}"/>
              </a:ext>
            </a:extLst>
          </p:cNvPr>
          <p:cNvSpPr/>
          <p:nvPr/>
        </p:nvSpPr>
        <p:spPr>
          <a:xfrm>
            <a:off x="3171825" y="5204647"/>
            <a:ext cx="8515350" cy="1210441"/>
          </a:xfrm>
          <a:prstGeom prst="rect">
            <a:avLst/>
          </a:prstGeom>
          <a:solidFill>
            <a:srgbClr val="FFF8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8B9BAB4-16A7-EF34-7DF2-861131C1F578}"/>
              </a:ext>
            </a:extLst>
          </p:cNvPr>
          <p:cNvSpPr/>
          <p:nvPr/>
        </p:nvSpPr>
        <p:spPr>
          <a:xfrm>
            <a:off x="4597529" y="5415462"/>
            <a:ext cx="3420128" cy="549872"/>
          </a:xfrm>
          <a:prstGeom prst="rect">
            <a:avLst/>
          </a:prstGeom>
          <a:noFill/>
          <a:ln w="381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027248F-8B25-8B5C-51B0-391FC77253D9}"/>
              </a:ext>
            </a:extLst>
          </p:cNvPr>
          <p:cNvSpPr/>
          <p:nvPr/>
        </p:nvSpPr>
        <p:spPr>
          <a:xfrm>
            <a:off x="4711485" y="5473409"/>
            <a:ext cx="1002878" cy="435769"/>
          </a:xfrm>
          <a:prstGeom prst="roundRect">
            <a:avLst/>
          </a:prstGeom>
          <a:noFill/>
          <a:ln w="317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item_00</a:t>
            </a:r>
            <a:endParaRPr lang="zh-CN" altLang="en-US" sz="1600" dirty="0">
              <a:solidFill>
                <a:schemeClr val="dk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F420F30-3DD5-1CD8-59AF-AC2D88B2AB1B}"/>
              </a:ext>
            </a:extLst>
          </p:cNvPr>
          <p:cNvSpPr txBox="1"/>
          <p:nvPr/>
        </p:nvSpPr>
        <p:spPr>
          <a:xfrm>
            <a:off x="3409707" y="5515232"/>
            <a:ext cx="1199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Array[2][3]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D485E61-8E78-E8FE-9BB9-1C9AD0DF0D1D}"/>
              </a:ext>
            </a:extLst>
          </p:cNvPr>
          <p:cNvSpPr txBox="1"/>
          <p:nvPr/>
        </p:nvSpPr>
        <p:spPr>
          <a:xfrm>
            <a:off x="3675319" y="6178139"/>
            <a:ext cx="898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M[2][3]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57A13DB-C199-0D1D-75AB-7096E176AC76}"/>
              </a:ext>
            </a:extLst>
          </p:cNvPr>
          <p:cNvSpPr txBox="1"/>
          <p:nvPr/>
        </p:nvSpPr>
        <p:spPr>
          <a:xfrm>
            <a:off x="5068421" y="6178139"/>
            <a:ext cx="301686" cy="369332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CABA3D49-6330-9192-FE73-2CE3FA246E8A}"/>
              </a:ext>
            </a:extLst>
          </p:cNvPr>
          <p:cNvCxnSpPr>
            <a:cxnSpLocks/>
            <a:stCxn id="12" idx="0"/>
            <a:endCxn id="5" idx="2"/>
          </p:cNvCxnSpPr>
          <p:nvPr/>
        </p:nvCxnSpPr>
        <p:spPr>
          <a:xfrm flipH="1" flipV="1">
            <a:off x="5212924" y="5909178"/>
            <a:ext cx="6340" cy="26896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左大括号 21">
            <a:extLst>
              <a:ext uri="{FF2B5EF4-FFF2-40B4-BE49-F238E27FC236}">
                <a16:creationId xmlns:a16="http://schemas.microsoft.com/office/drawing/2014/main" id="{F5C39741-4FA8-2477-D1F9-A13977367A0F}"/>
              </a:ext>
            </a:extLst>
          </p:cNvPr>
          <p:cNvSpPr/>
          <p:nvPr/>
        </p:nvSpPr>
        <p:spPr>
          <a:xfrm rot="5400000">
            <a:off x="5052056" y="4810498"/>
            <a:ext cx="126101" cy="914400"/>
          </a:xfrm>
          <a:prstGeom prst="leftBrac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BEBDEC1-4E12-204E-D0D5-7C1D181D16C2}"/>
              </a:ext>
            </a:extLst>
          </p:cNvPr>
          <p:cNvSpPr txBox="1"/>
          <p:nvPr/>
        </p:nvSpPr>
        <p:spPr>
          <a:xfrm>
            <a:off x="4897996" y="4851583"/>
            <a:ext cx="434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int</a:t>
            </a:r>
            <a:endParaRPr lang="zh-CN" altLang="en-US" dirty="0"/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9608F99D-CB3E-B940-F825-A3F7120C793E}"/>
              </a:ext>
            </a:extLst>
          </p:cNvPr>
          <p:cNvSpPr/>
          <p:nvPr/>
        </p:nvSpPr>
        <p:spPr>
          <a:xfrm>
            <a:off x="5811025" y="5473409"/>
            <a:ext cx="1002878" cy="435769"/>
          </a:xfrm>
          <a:prstGeom prst="roundRect">
            <a:avLst/>
          </a:prstGeom>
          <a:noFill/>
          <a:ln w="317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item_01</a:t>
            </a:r>
            <a:endParaRPr lang="zh-CN" altLang="en-US" sz="1600" dirty="0">
              <a:solidFill>
                <a:schemeClr val="dk1"/>
              </a:solidFill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5EDF2946-A959-3884-7407-BAFEAD11FA55}"/>
              </a:ext>
            </a:extLst>
          </p:cNvPr>
          <p:cNvSpPr txBox="1"/>
          <p:nvPr/>
        </p:nvSpPr>
        <p:spPr>
          <a:xfrm>
            <a:off x="6167961" y="6178139"/>
            <a:ext cx="301686" cy="369332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F36FB057-541C-A29B-AF78-2CCCA909363F}"/>
              </a:ext>
            </a:extLst>
          </p:cNvPr>
          <p:cNvCxnSpPr>
            <a:cxnSpLocks/>
            <a:stCxn id="46" idx="0"/>
            <a:endCxn id="45" idx="2"/>
          </p:cNvCxnSpPr>
          <p:nvPr/>
        </p:nvCxnSpPr>
        <p:spPr>
          <a:xfrm flipH="1" flipV="1">
            <a:off x="6312464" y="5909178"/>
            <a:ext cx="6340" cy="26896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B09D1354-BD84-E800-0D34-F13B67425589}"/>
              </a:ext>
            </a:extLst>
          </p:cNvPr>
          <p:cNvSpPr/>
          <p:nvPr/>
        </p:nvSpPr>
        <p:spPr>
          <a:xfrm>
            <a:off x="6904225" y="5473409"/>
            <a:ext cx="1002878" cy="435769"/>
          </a:xfrm>
          <a:prstGeom prst="roundRect">
            <a:avLst/>
          </a:prstGeom>
          <a:noFill/>
          <a:ln w="317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item_02</a:t>
            </a:r>
            <a:endParaRPr lang="zh-CN" altLang="en-US" sz="1600" dirty="0">
              <a:solidFill>
                <a:schemeClr val="dk1"/>
              </a:solidFill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D45F8C6-9454-5F1E-ACEB-2A6FF71C65CA}"/>
              </a:ext>
            </a:extLst>
          </p:cNvPr>
          <p:cNvSpPr txBox="1"/>
          <p:nvPr/>
        </p:nvSpPr>
        <p:spPr>
          <a:xfrm>
            <a:off x="7261161" y="6178139"/>
            <a:ext cx="301686" cy="369332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8E1730C2-7975-7815-A6CD-637A2ED00604}"/>
              </a:ext>
            </a:extLst>
          </p:cNvPr>
          <p:cNvCxnSpPr>
            <a:cxnSpLocks/>
            <a:stCxn id="49" idx="0"/>
            <a:endCxn id="48" idx="2"/>
          </p:cNvCxnSpPr>
          <p:nvPr/>
        </p:nvCxnSpPr>
        <p:spPr>
          <a:xfrm flipH="1" flipV="1">
            <a:off x="7405664" y="5909178"/>
            <a:ext cx="6340" cy="26896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54">
            <a:extLst>
              <a:ext uri="{FF2B5EF4-FFF2-40B4-BE49-F238E27FC236}">
                <a16:creationId xmlns:a16="http://schemas.microsoft.com/office/drawing/2014/main" id="{4840033D-171C-18F2-EDE8-166DA35F3EA8}"/>
              </a:ext>
            </a:extLst>
          </p:cNvPr>
          <p:cNvSpPr/>
          <p:nvPr/>
        </p:nvSpPr>
        <p:spPr>
          <a:xfrm>
            <a:off x="8082641" y="5415462"/>
            <a:ext cx="3420128" cy="549872"/>
          </a:xfrm>
          <a:prstGeom prst="rect">
            <a:avLst/>
          </a:prstGeom>
          <a:noFill/>
          <a:ln w="381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CF0AF202-F465-1C65-4CCB-0D84F81B9096}"/>
              </a:ext>
            </a:extLst>
          </p:cNvPr>
          <p:cNvSpPr/>
          <p:nvPr/>
        </p:nvSpPr>
        <p:spPr>
          <a:xfrm>
            <a:off x="8196597" y="5473409"/>
            <a:ext cx="1002878" cy="435769"/>
          </a:xfrm>
          <a:prstGeom prst="roundRect">
            <a:avLst/>
          </a:prstGeom>
          <a:noFill/>
          <a:ln w="317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item_10</a:t>
            </a:r>
            <a:endParaRPr lang="zh-CN" altLang="en-US" sz="1600" dirty="0">
              <a:solidFill>
                <a:schemeClr val="dk1"/>
              </a:solidFill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656302E9-B74E-D88A-5BDD-E17AC5FAA5E9}"/>
              </a:ext>
            </a:extLst>
          </p:cNvPr>
          <p:cNvSpPr txBox="1"/>
          <p:nvPr/>
        </p:nvSpPr>
        <p:spPr>
          <a:xfrm>
            <a:off x="8553533" y="6178139"/>
            <a:ext cx="301686" cy="369332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90668E23-B386-D9C7-61A9-694C504303CC}"/>
              </a:ext>
            </a:extLst>
          </p:cNvPr>
          <p:cNvCxnSpPr>
            <a:cxnSpLocks/>
            <a:stCxn id="57" idx="0"/>
            <a:endCxn id="56" idx="2"/>
          </p:cNvCxnSpPr>
          <p:nvPr/>
        </p:nvCxnSpPr>
        <p:spPr>
          <a:xfrm flipH="1" flipV="1">
            <a:off x="8698036" y="5909178"/>
            <a:ext cx="6340" cy="26896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B9316A5D-59DA-CF10-E9D9-5FC337E5993F}"/>
              </a:ext>
            </a:extLst>
          </p:cNvPr>
          <p:cNvSpPr/>
          <p:nvPr/>
        </p:nvSpPr>
        <p:spPr>
          <a:xfrm>
            <a:off x="9296137" y="5473409"/>
            <a:ext cx="1002878" cy="435769"/>
          </a:xfrm>
          <a:prstGeom prst="roundRect">
            <a:avLst/>
          </a:prstGeom>
          <a:noFill/>
          <a:ln w="317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item_11</a:t>
            </a:r>
            <a:endParaRPr lang="zh-CN" altLang="en-US" sz="1600" dirty="0">
              <a:solidFill>
                <a:schemeClr val="dk1"/>
              </a:solidFill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DA504B7C-A526-AA0F-C9B6-2F8E32D5816B}"/>
              </a:ext>
            </a:extLst>
          </p:cNvPr>
          <p:cNvSpPr txBox="1"/>
          <p:nvPr/>
        </p:nvSpPr>
        <p:spPr>
          <a:xfrm>
            <a:off x="9653073" y="6178139"/>
            <a:ext cx="301686" cy="369332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78D7B7EB-F9EB-1120-9B7B-3C847AF6CDA2}"/>
              </a:ext>
            </a:extLst>
          </p:cNvPr>
          <p:cNvCxnSpPr>
            <a:cxnSpLocks/>
            <a:stCxn id="60" idx="0"/>
            <a:endCxn id="59" idx="2"/>
          </p:cNvCxnSpPr>
          <p:nvPr/>
        </p:nvCxnSpPr>
        <p:spPr>
          <a:xfrm flipH="1" flipV="1">
            <a:off x="9797576" y="5909178"/>
            <a:ext cx="6340" cy="26896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4212E7A7-79BC-3C85-6130-2AB5BF9D3E14}"/>
              </a:ext>
            </a:extLst>
          </p:cNvPr>
          <p:cNvSpPr/>
          <p:nvPr/>
        </p:nvSpPr>
        <p:spPr>
          <a:xfrm>
            <a:off x="10389337" y="5473409"/>
            <a:ext cx="1002878" cy="435769"/>
          </a:xfrm>
          <a:prstGeom prst="roundRect">
            <a:avLst/>
          </a:prstGeom>
          <a:noFill/>
          <a:ln w="317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item_12</a:t>
            </a:r>
            <a:endParaRPr lang="zh-CN" altLang="en-US" sz="1600" dirty="0">
              <a:solidFill>
                <a:schemeClr val="dk1"/>
              </a:solidFill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956559DC-93E4-2CEA-B9CE-FE4587EF08C9}"/>
              </a:ext>
            </a:extLst>
          </p:cNvPr>
          <p:cNvSpPr txBox="1"/>
          <p:nvPr/>
        </p:nvSpPr>
        <p:spPr>
          <a:xfrm>
            <a:off x="10746273" y="6178139"/>
            <a:ext cx="301686" cy="369332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4C704552-D211-81D0-C382-F5CA7812652B}"/>
              </a:ext>
            </a:extLst>
          </p:cNvPr>
          <p:cNvCxnSpPr>
            <a:cxnSpLocks/>
            <a:stCxn id="63" idx="0"/>
            <a:endCxn id="62" idx="2"/>
          </p:cNvCxnSpPr>
          <p:nvPr/>
        </p:nvCxnSpPr>
        <p:spPr>
          <a:xfrm flipH="1" flipV="1">
            <a:off x="10890776" y="5909178"/>
            <a:ext cx="6340" cy="26896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左大括号 66">
            <a:extLst>
              <a:ext uri="{FF2B5EF4-FFF2-40B4-BE49-F238E27FC236}">
                <a16:creationId xmlns:a16="http://schemas.microsoft.com/office/drawing/2014/main" id="{C209B58A-D1F0-6F02-F7FB-279743B9BD22}"/>
              </a:ext>
            </a:extLst>
          </p:cNvPr>
          <p:cNvSpPr/>
          <p:nvPr/>
        </p:nvSpPr>
        <p:spPr>
          <a:xfrm rot="5400000">
            <a:off x="9654887" y="3650843"/>
            <a:ext cx="149892" cy="3114584"/>
          </a:xfrm>
          <a:prstGeom prst="leftBrac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1712469E-A7E2-5000-DFBE-A109CC0CD4C9}"/>
              </a:ext>
            </a:extLst>
          </p:cNvPr>
          <p:cNvSpPr txBox="1"/>
          <p:nvPr/>
        </p:nvSpPr>
        <p:spPr>
          <a:xfrm>
            <a:off x="9381276" y="4710121"/>
            <a:ext cx="697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Int[3]</a:t>
            </a:r>
            <a:endParaRPr lang="zh-CN" altLang="en-US" dirty="0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98545E91-A5E7-52DB-48EB-FE5D967AEBE5}"/>
              </a:ext>
            </a:extLst>
          </p:cNvPr>
          <p:cNvSpPr/>
          <p:nvPr/>
        </p:nvSpPr>
        <p:spPr>
          <a:xfrm>
            <a:off x="4544746" y="5354539"/>
            <a:ext cx="7028128" cy="6912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CDA3325-F49C-2F45-8F90-4E2995022821}"/>
              </a:ext>
            </a:extLst>
          </p:cNvPr>
          <p:cNvSpPr/>
          <p:nvPr/>
        </p:nvSpPr>
        <p:spPr>
          <a:xfrm>
            <a:off x="9458325" y="4411265"/>
            <a:ext cx="1243012" cy="492919"/>
          </a:xfrm>
          <a:prstGeom prst="rect">
            <a:avLst/>
          </a:prstGeom>
          <a:noFill/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x</a:t>
            </a:r>
            <a:r>
              <a:rPr lang="zh-CN" altLang="en-US" dirty="0"/>
              <a:t>的值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6630E4F-F7DA-3AB8-DBB8-3CE17E86AD70}"/>
              </a:ext>
            </a:extLst>
          </p:cNvPr>
          <p:cNvSpPr/>
          <p:nvPr/>
        </p:nvSpPr>
        <p:spPr>
          <a:xfrm>
            <a:off x="7629525" y="4411265"/>
            <a:ext cx="1243012" cy="492919"/>
          </a:xfrm>
          <a:prstGeom prst="rect">
            <a:avLst/>
          </a:prstGeom>
          <a:noFill/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x</a:t>
            </a:r>
            <a:r>
              <a:rPr lang="zh-CN" altLang="en-US" dirty="0"/>
              <a:t>的地址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E1D53E-4C11-6194-9523-06AE62CF9702}"/>
              </a:ext>
            </a:extLst>
          </p:cNvPr>
          <p:cNvCxnSpPr>
            <a:cxnSpLocks/>
            <a:stCxn id="4" idx="3"/>
            <a:endCxn id="3" idx="1"/>
          </p:cNvCxnSpPr>
          <p:nvPr/>
        </p:nvCxnSpPr>
        <p:spPr>
          <a:xfrm>
            <a:off x="8872537" y="4657725"/>
            <a:ext cx="585788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83474AE9-7487-30D5-6CC4-FD2DE6411D32}"/>
              </a:ext>
            </a:extLst>
          </p:cNvPr>
          <p:cNvSpPr txBox="1"/>
          <p:nvPr/>
        </p:nvSpPr>
        <p:spPr>
          <a:xfrm>
            <a:off x="9529762" y="4918472"/>
            <a:ext cx="1100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Int x=10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D9CA1EB-B931-3C1F-0C0F-992409BB7FAF}"/>
              </a:ext>
            </a:extLst>
          </p:cNvPr>
          <p:cNvSpPr txBox="1"/>
          <p:nvPr/>
        </p:nvSpPr>
        <p:spPr>
          <a:xfrm>
            <a:off x="7650001" y="4918472"/>
            <a:ext cx="1202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int *p = &amp;x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E2019D8E-7626-C96F-F1B3-EF1C1F5FB3F5}"/>
              </a:ext>
            </a:extLst>
          </p:cNvPr>
          <p:cNvGrpSpPr/>
          <p:nvPr/>
        </p:nvGrpSpPr>
        <p:grpSpPr>
          <a:xfrm>
            <a:off x="1563525" y="4411265"/>
            <a:ext cx="3165636" cy="1431251"/>
            <a:chOff x="842007" y="4411265"/>
            <a:chExt cx="3165636" cy="1431251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1F473EDC-03DE-4CFF-AFE7-5AA18F12323A}"/>
                </a:ext>
              </a:extLst>
            </p:cNvPr>
            <p:cNvSpPr/>
            <p:nvPr/>
          </p:nvSpPr>
          <p:spPr>
            <a:xfrm>
              <a:off x="2764631" y="4411265"/>
              <a:ext cx="1243012" cy="492919"/>
            </a:xfrm>
            <a:prstGeom prst="rect">
              <a:avLst/>
            </a:prstGeom>
            <a:noFill/>
            <a:ln w="19050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?</a:t>
              </a:r>
              <a:endParaRPr lang="zh-CN" altLang="en-US" dirty="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DD524A1-42F4-B326-272C-7F0EECE03D4F}"/>
                </a:ext>
              </a:extLst>
            </p:cNvPr>
            <p:cNvSpPr/>
            <p:nvPr/>
          </p:nvSpPr>
          <p:spPr>
            <a:xfrm>
              <a:off x="935831" y="4411265"/>
              <a:ext cx="1243012" cy="492919"/>
            </a:xfrm>
            <a:prstGeom prst="rect">
              <a:avLst/>
            </a:prstGeom>
            <a:noFill/>
            <a:ln w="19050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NULL</a:t>
              </a:r>
              <a:endParaRPr lang="zh-CN" altLang="en-US" dirty="0"/>
            </a:p>
          </p:txBody>
        </p:sp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61C45708-DE40-0558-0D15-5185E2342703}"/>
                </a:ext>
              </a:extLst>
            </p:cNvPr>
            <p:cNvCxnSpPr>
              <a:cxnSpLocks/>
              <a:stCxn id="3" idx="3"/>
              <a:endCxn id="2" idx="1"/>
            </p:cNvCxnSpPr>
            <p:nvPr/>
          </p:nvCxnSpPr>
          <p:spPr>
            <a:xfrm>
              <a:off x="2178843" y="4657725"/>
              <a:ext cx="585788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0A168DAE-582E-64B6-12E4-FC418F9A87EA}"/>
                </a:ext>
              </a:extLst>
            </p:cNvPr>
            <p:cNvSpPr txBox="1"/>
            <p:nvPr/>
          </p:nvSpPr>
          <p:spPr>
            <a:xfrm>
              <a:off x="842007" y="4918472"/>
              <a:ext cx="14377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int *p = NULL</a:t>
              </a:r>
              <a:endParaRPr lang="zh-CN" altLang="en-US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46647471-5520-F59A-C72D-B84D459B5094}"/>
                </a:ext>
              </a:extLst>
            </p:cNvPr>
            <p:cNvSpPr txBox="1"/>
            <p:nvPr/>
          </p:nvSpPr>
          <p:spPr>
            <a:xfrm>
              <a:off x="2033155" y="5473184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空指针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FEECC42C-44D4-A593-9B0F-A1FA5CA7FB25}"/>
              </a:ext>
            </a:extLst>
          </p:cNvPr>
          <p:cNvGrpSpPr/>
          <p:nvPr/>
        </p:nvGrpSpPr>
        <p:grpSpPr>
          <a:xfrm>
            <a:off x="5314949" y="4411265"/>
            <a:ext cx="3071812" cy="1431251"/>
            <a:chOff x="5300662" y="4411265"/>
            <a:chExt cx="3071812" cy="1431251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D3CDBF0-4F84-A6F4-9393-3BF6CFD04B40}"/>
                </a:ext>
              </a:extLst>
            </p:cNvPr>
            <p:cNvSpPr/>
            <p:nvPr/>
          </p:nvSpPr>
          <p:spPr>
            <a:xfrm>
              <a:off x="7129462" y="4411265"/>
              <a:ext cx="1243012" cy="492919"/>
            </a:xfrm>
            <a:prstGeom prst="rect">
              <a:avLst/>
            </a:prstGeom>
            <a:noFill/>
            <a:ln w="19050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?</a:t>
              </a:r>
              <a:endParaRPr lang="zh-CN" altLang="en-US" dirty="0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8764B83D-D03E-305C-EC01-69BC266223AA}"/>
                </a:ext>
              </a:extLst>
            </p:cNvPr>
            <p:cNvSpPr/>
            <p:nvPr/>
          </p:nvSpPr>
          <p:spPr>
            <a:xfrm>
              <a:off x="5300662" y="4411265"/>
              <a:ext cx="1243012" cy="492919"/>
            </a:xfrm>
            <a:prstGeom prst="rect">
              <a:avLst/>
            </a:prstGeom>
            <a:noFill/>
            <a:ln w="19050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?</a:t>
              </a:r>
              <a:endParaRPr lang="zh-CN" altLang="en-US" dirty="0"/>
            </a:p>
          </p:txBody>
        </p: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C82A5C42-4D79-2FB3-103A-12D841AF7656}"/>
                </a:ext>
              </a:extLst>
            </p:cNvPr>
            <p:cNvCxnSpPr>
              <a:cxnSpLocks/>
              <a:stCxn id="8" idx="3"/>
              <a:endCxn id="7" idx="1"/>
            </p:cNvCxnSpPr>
            <p:nvPr/>
          </p:nvCxnSpPr>
          <p:spPr>
            <a:xfrm>
              <a:off x="6543674" y="4657725"/>
              <a:ext cx="585788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DA937401-08AC-5A90-83FD-F04B05735889}"/>
                </a:ext>
              </a:extLst>
            </p:cNvPr>
            <p:cNvSpPr txBox="1"/>
            <p:nvPr/>
          </p:nvSpPr>
          <p:spPr>
            <a:xfrm>
              <a:off x="5528727" y="4918472"/>
              <a:ext cx="7868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int *p;</a:t>
              </a:r>
              <a:endParaRPr lang="zh-CN" altLang="en-US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933EFC33-889F-0C4E-FCCA-ECB7B1DDA258}"/>
                </a:ext>
              </a:extLst>
            </p:cNvPr>
            <p:cNvSpPr txBox="1"/>
            <p:nvPr/>
          </p:nvSpPr>
          <p:spPr>
            <a:xfrm>
              <a:off x="6397986" y="5473184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野指针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7605C668-8082-96BC-8A0C-C0E0F93ED2CB}"/>
              </a:ext>
            </a:extLst>
          </p:cNvPr>
          <p:cNvSpPr/>
          <p:nvPr/>
        </p:nvSpPr>
        <p:spPr>
          <a:xfrm>
            <a:off x="6467373" y="4701319"/>
            <a:ext cx="4688271" cy="549872"/>
          </a:xfrm>
          <a:prstGeom prst="rect">
            <a:avLst/>
          </a:prstGeom>
          <a:noFill/>
          <a:ln w="381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3F695542-8CDD-30A9-8239-EC055E29C842}"/>
              </a:ext>
            </a:extLst>
          </p:cNvPr>
          <p:cNvSpPr/>
          <p:nvPr/>
        </p:nvSpPr>
        <p:spPr>
          <a:xfrm>
            <a:off x="6576500" y="4758271"/>
            <a:ext cx="807244" cy="435769"/>
          </a:xfrm>
          <a:prstGeom prst="roundRect">
            <a:avLst/>
          </a:prstGeom>
          <a:noFill/>
          <a:ln w="317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item_0</a:t>
            </a:r>
            <a:endParaRPr lang="zh-CN" altLang="en-US" sz="1600" dirty="0">
              <a:solidFill>
                <a:schemeClr val="dk1"/>
              </a:solidFill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FE7C80A-E255-42E0-6C29-ABBA3256FDD3}"/>
              </a:ext>
            </a:extLst>
          </p:cNvPr>
          <p:cNvSpPr/>
          <p:nvPr/>
        </p:nvSpPr>
        <p:spPr>
          <a:xfrm>
            <a:off x="7492871" y="4758271"/>
            <a:ext cx="807244" cy="435769"/>
          </a:xfrm>
          <a:prstGeom prst="roundRect">
            <a:avLst/>
          </a:prstGeom>
          <a:noFill/>
          <a:ln w="317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item_1</a:t>
            </a:r>
            <a:endParaRPr lang="zh-CN" altLang="en-US" sz="1600" dirty="0">
              <a:solidFill>
                <a:schemeClr val="dk1"/>
              </a:solidFill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4FCBB48-CFD9-A7C6-A055-DDD42212E447}"/>
              </a:ext>
            </a:extLst>
          </p:cNvPr>
          <p:cNvSpPr/>
          <p:nvPr/>
        </p:nvSpPr>
        <p:spPr>
          <a:xfrm>
            <a:off x="8409242" y="4758270"/>
            <a:ext cx="807244" cy="435769"/>
          </a:xfrm>
          <a:prstGeom prst="roundRect">
            <a:avLst/>
          </a:prstGeom>
          <a:noFill/>
          <a:ln w="317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item_2</a:t>
            </a:r>
            <a:endParaRPr lang="zh-CN" altLang="en-US" sz="1600" dirty="0">
              <a:solidFill>
                <a:schemeClr val="dk1"/>
              </a:solidFill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11507DD-E4C8-8CD1-88E4-AD6F8E9175CF}"/>
              </a:ext>
            </a:extLst>
          </p:cNvPr>
          <p:cNvSpPr/>
          <p:nvPr/>
        </p:nvSpPr>
        <p:spPr>
          <a:xfrm>
            <a:off x="9321843" y="4758271"/>
            <a:ext cx="807244" cy="435769"/>
          </a:xfrm>
          <a:prstGeom prst="roundRect">
            <a:avLst/>
          </a:prstGeom>
          <a:noFill/>
          <a:ln w="317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item_3</a:t>
            </a:r>
            <a:endParaRPr lang="zh-CN" altLang="en-US" sz="1600" dirty="0">
              <a:solidFill>
                <a:schemeClr val="dk1"/>
              </a:solidFill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BC0C0A5-C404-5431-43A5-D128B2F6F4CF}"/>
              </a:ext>
            </a:extLst>
          </p:cNvPr>
          <p:cNvSpPr/>
          <p:nvPr/>
        </p:nvSpPr>
        <p:spPr>
          <a:xfrm>
            <a:off x="10234444" y="4758271"/>
            <a:ext cx="807244" cy="435769"/>
          </a:xfrm>
          <a:prstGeom prst="roundRect">
            <a:avLst/>
          </a:prstGeom>
          <a:noFill/>
          <a:ln w="317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item_4</a:t>
            </a:r>
            <a:endParaRPr lang="zh-CN" altLang="en-US" sz="1600" dirty="0">
              <a:solidFill>
                <a:schemeClr val="dk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DA81ED5-5788-A649-892C-9FF0996CA653}"/>
              </a:ext>
            </a:extLst>
          </p:cNvPr>
          <p:cNvSpPr txBox="1"/>
          <p:nvPr/>
        </p:nvSpPr>
        <p:spPr>
          <a:xfrm>
            <a:off x="5520683" y="4791488"/>
            <a:ext cx="941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Array[5]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ABE78D4-191E-6EF3-2D76-DCCB343E46AD}"/>
              </a:ext>
            </a:extLst>
          </p:cNvPr>
          <p:cNvSpPr txBox="1"/>
          <p:nvPr/>
        </p:nvSpPr>
        <p:spPr>
          <a:xfrm>
            <a:off x="5714934" y="5463001"/>
            <a:ext cx="553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a[5]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72B45A9-BDF9-B140-C773-D7026CC812A9}"/>
              </a:ext>
            </a:extLst>
          </p:cNvPr>
          <p:cNvSpPr txBox="1"/>
          <p:nvPr/>
        </p:nvSpPr>
        <p:spPr>
          <a:xfrm>
            <a:off x="6829279" y="5463001"/>
            <a:ext cx="301686" cy="369332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46DD0C4-79AF-6C66-D900-5BEBFB0C5D57}"/>
              </a:ext>
            </a:extLst>
          </p:cNvPr>
          <p:cNvSpPr txBox="1"/>
          <p:nvPr/>
        </p:nvSpPr>
        <p:spPr>
          <a:xfrm>
            <a:off x="7745650" y="5463001"/>
            <a:ext cx="301686" cy="369332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none" rtlCol="0">
            <a:spAutoFit/>
          </a:bodyPr>
          <a:lstStyle>
            <a:lvl1pPr>
              <a:defRPr/>
            </a:lvl1pPr>
          </a:lstStyle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B8AE9A9-5236-BA6A-473E-56BB5BF2D55A}"/>
              </a:ext>
            </a:extLst>
          </p:cNvPr>
          <p:cNvSpPr txBox="1"/>
          <p:nvPr/>
        </p:nvSpPr>
        <p:spPr>
          <a:xfrm>
            <a:off x="8654481" y="5463001"/>
            <a:ext cx="301686" cy="369332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none" rtlCol="0">
            <a:spAutoFit/>
          </a:bodyPr>
          <a:lstStyle>
            <a:lvl1pPr>
              <a:defRPr/>
            </a:lvl1pPr>
          </a:lstStyle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5DC2226-58A7-78F0-7DC6-A5476931B17E}"/>
              </a:ext>
            </a:extLst>
          </p:cNvPr>
          <p:cNvSpPr txBox="1"/>
          <p:nvPr/>
        </p:nvSpPr>
        <p:spPr>
          <a:xfrm>
            <a:off x="9578392" y="5463001"/>
            <a:ext cx="301686" cy="369332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CFC9EC5-F6C3-595F-F5C6-341657A8D923}"/>
              </a:ext>
            </a:extLst>
          </p:cNvPr>
          <p:cNvSpPr txBox="1"/>
          <p:nvPr/>
        </p:nvSpPr>
        <p:spPr>
          <a:xfrm>
            <a:off x="10494763" y="5463001"/>
            <a:ext cx="301686" cy="369332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46D53B93-52F6-CB24-AC3F-C7EB72792933}"/>
              </a:ext>
            </a:extLst>
          </p:cNvPr>
          <p:cNvCxnSpPr>
            <a:stCxn id="11" idx="0"/>
            <a:endCxn id="4" idx="2"/>
          </p:cNvCxnSpPr>
          <p:nvPr/>
        </p:nvCxnSpPr>
        <p:spPr>
          <a:xfrm flipV="1">
            <a:off x="6980122" y="5194040"/>
            <a:ext cx="0" cy="26896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0CA88A3C-9589-DD47-CDE3-2F70B654ECEE}"/>
              </a:ext>
            </a:extLst>
          </p:cNvPr>
          <p:cNvCxnSpPr>
            <a:stCxn id="12" idx="0"/>
            <a:endCxn id="5" idx="2"/>
          </p:cNvCxnSpPr>
          <p:nvPr/>
        </p:nvCxnSpPr>
        <p:spPr>
          <a:xfrm flipV="1">
            <a:off x="7896493" y="5194040"/>
            <a:ext cx="0" cy="26896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403079A6-D1E7-D7CF-6B72-600C65D91260}"/>
              </a:ext>
            </a:extLst>
          </p:cNvPr>
          <p:cNvCxnSpPr>
            <a:stCxn id="13" idx="0"/>
            <a:endCxn id="6" idx="2"/>
          </p:cNvCxnSpPr>
          <p:nvPr/>
        </p:nvCxnSpPr>
        <p:spPr>
          <a:xfrm flipV="1">
            <a:off x="8805324" y="5194039"/>
            <a:ext cx="7540" cy="26896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B3A58601-0A90-DF2C-68BE-F24B096E05EF}"/>
              </a:ext>
            </a:extLst>
          </p:cNvPr>
          <p:cNvCxnSpPr>
            <a:stCxn id="14" idx="0"/>
            <a:endCxn id="7" idx="2"/>
          </p:cNvCxnSpPr>
          <p:nvPr/>
        </p:nvCxnSpPr>
        <p:spPr>
          <a:xfrm flipH="1" flipV="1">
            <a:off x="9725465" y="5194040"/>
            <a:ext cx="3770" cy="26896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36402E2C-5711-6CF2-8AE5-797AE1C41014}"/>
              </a:ext>
            </a:extLst>
          </p:cNvPr>
          <p:cNvCxnSpPr>
            <a:stCxn id="15" idx="0"/>
            <a:endCxn id="8" idx="2"/>
          </p:cNvCxnSpPr>
          <p:nvPr/>
        </p:nvCxnSpPr>
        <p:spPr>
          <a:xfrm flipH="1" flipV="1">
            <a:off x="10638066" y="5194040"/>
            <a:ext cx="7540" cy="26896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23E36283-9281-DFB7-5D86-BE99F9BD5DF4}"/>
              </a:ext>
            </a:extLst>
          </p:cNvPr>
          <p:cNvSpPr/>
          <p:nvPr/>
        </p:nvSpPr>
        <p:spPr>
          <a:xfrm>
            <a:off x="9357760" y="3767113"/>
            <a:ext cx="742950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a+3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09C3B65-14C8-0E14-9E72-CC267FBFF735}"/>
              </a:ext>
            </a:extLst>
          </p:cNvPr>
          <p:cNvSpPr/>
          <p:nvPr/>
        </p:nvSpPr>
        <p:spPr>
          <a:xfrm>
            <a:off x="6608647" y="3767113"/>
            <a:ext cx="742950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a+0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B0DFB4F4-8987-4CC8-B67E-7F70F0860F57}"/>
              </a:ext>
            </a:extLst>
          </p:cNvPr>
          <p:cNvCxnSpPr>
            <a:stCxn id="24" idx="2"/>
            <a:endCxn id="4" idx="0"/>
          </p:cNvCxnSpPr>
          <p:nvPr/>
        </p:nvCxnSpPr>
        <p:spPr>
          <a:xfrm>
            <a:off x="6980122" y="4136445"/>
            <a:ext cx="0" cy="62182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D6664C22-6F72-5B8A-283C-F9841F0E7ED0}"/>
              </a:ext>
            </a:extLst>
          </p:cNvPr>
          <p:cNvCxnSpPr>
            <a:cxnSpLocks/>
            <a:stCxn id="23" idx="2"/>
            <a:endCxn id="7" idx="0"/>
          </p:cNvCxnSpPr>
          <p:nvPr/>
        </p:nvCxnSpPr>
        <p:spPr>
          <a:xfrm flipH="1">
            <a:off x="9725465" y="4136445"/>
            <a:ext cx="3770" cy="62182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组合 53">
            <a:extLst>
              <a:ext uri="{FF2B5EF4-FFF2-40B4-BE49-F238E27FC236}">
                <a16:creationId xmlns:a16="http://schemas.microsoft.com/office/drawing/2014/main" id="{221CC825-2E3D-06AC-7610-6763B9A3029C}"/>
              </a:ext>
            </a:extLst>
          </p:cNvPr>
          <p:cNvGrpSpPr/>
          <p:nvPr/>
        </p:nvGrpSpPr>
        <p:grpSpPr>
          <a:xfrm>
            <a:off x="4726547" y="2130353"/>
            <a:ext cx="7104425" cy="3184598"/>
            <a:chOff x="4650250" y="2178215"/>
            <a:chExt cx="7104425" cy="3184598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0E2E3E7A-BC24-7C4E-D58D-217EE3DC7EAC}"/>
                </a:ext>
              </a:extLst>
            </p:cNvPr>
            <p:cNvSpPr/>
            <p:nvPr/>
          </p:nvSpPr>
          <p:spPr>
            <a:xfrm>
              <a:off x="4779330" y="3036594"/>
              <a:ext cx="3420128" cy="549872"/>
            </a:xfrm>
            <a:prstGeom prst="rect">
              <a:avLst/>
            </a:prstGeom>
            <a:noFill/>
            <a:ln w="38100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551C6AD1-3039-5DF8-9237-79936B5E1099}"/>
                </a:ext>
              </a:extLst>
            </p:cNvPr>
            <p:cNvSpPr/>
            <p:nvPr/>
          </p:nvSpPr>
          <p:spPr>
            <a:xfrm>
              <a:off x="4893286" y="3094541"/>
              <a:ext cx="1002878" cy="435769"/>
            </a:xfrm>
            <a:prstGeom prst="roundRect">
              <a:avLst/>
            </a:prstGeom>
            <a:noFill/>
            <a:ln w="31750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item_00</a:t>
              </a:r>
              <a:endParaRPr lang="zh-CN" altLang="en-US" sz="1600" dirty="0">
                <a:solidFill>
                  <a:schemeClr val="dk1"/>
                </a:solidFill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655CD30A-D5C0-07D1-9FA5-E2C2D0C8B866}"/>
                </a:ext>
              </a:extLst>
            </p:cNvPr>
            <p:cNvSpPr txBox="1"/>
            <p:nvPr/>
          </p:nvSpPr>
          <p:spPr>
            <a:xfrm>
              <a:off x="4650250" y="2178215"/>
              <a:ext cx="11999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Array[2][3]</a:t>
              </a:r>
              <a:endParaRPr lang="zh-CN" altLang="en-US" dirty="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064D7B79-3F24-F2C7-2C1E-ADE1AA650BB3}"/>
                </a:ext>
              </a:extLst>
            </p:cNvPr>
            <p:cNvSpPr txBox="1"/>
            <p:nvPr/>
          </p:nvSpPr>
          <p:spPr>
            <a:xfrm>
              <a:off x="5250222" y="3799271"/>
              <a:ext cx="301686" cy="369332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</a:t>
              </a:r>
              <a:endParaRPr lang="zh-CN" altLang="en-US" dirty="0"/>
            </a:p>
          </p:txBody>
        </p: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94930319-308F-07C5-F306-07211F06FC5A}"/>
                </a:ext>
              </a:extLst>
            </p:cNvPr>
            <p:cNvCxnSpPr>
              <a:cxnSpLocks/>
              <a:stCxn id="7" idx="0"/>
              <a:endCxn id="4" idx="2"/>
            </p:cNvCxnSpPr>
            <p:nvPr/>
          </p:nvCxnSpPr>
          <p:spPr>
            <a:xfrm flipH="1" flipV="1">
              <a:off x="5394725" y="3530310"/>
              <a:ext cx="6340" cy="268961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左大括号 8">
              <a:extLst>
                <a:ext uri="{FF2B5EF4-FFF2-40B4-BE49-F238E27FC236}">
                  <a16:creationId xmlns:a16="http://schemas.microsoft.com/office/drawing/2014/main" id="{FC7F6DE9-08C8-E29B-8DC4-C53EAFEBF128}"/>
                </a:ext>
              </a:extLst>
            </p:cNvPr>
            <p:cNvSpPr/>
            <p:nvPr/>
          </p:nvSpPr>
          <p:spPr>
            <a:xfrm rot="5400000">
              <a:off x="5233857" y="2431630"/>
              <a:ext cx="126101" cy="914400"/>
            </a:xfrm>
            <a:prstGeom prst="leftBrac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D8E7279A-FBF5-9333-6CC8-FBDC66E99815}"/>
                </a:ext>
              </a:extLst>
            </p:cNvPr>
            <p:cNvSpPr txBox="1"/>
            <p:nvPr/>
          </p:nvSpPr>
          <p:spPr>
            <a:xfrm>
              <a:off x="5079797" y="2472715"/>
              <a:ext cx="434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int</a:t>
              </a:r>
              <a:endParaRPr lang="zh-CN" altLang="en-US" dirty="0"/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1619D45C-B324-C940-6E89-593FBAF4E70D}"/>
                </a:ext>
              </a:extLst>
            </p:cNvPr>
            <p:cNvSpPr/>
            <p:nvPr/>
          </p:nvSpPr>
          <p:spPr>
            <a:xfrm>
              <a:off x="5992826" y="3094541"/>
              <a:ext cx="1002878" cy="435769"/>
            </a:xfrm>
            <a:prstGeom prst="roundRect">
              <a:avLst/>
            </a:prstGeom>
            <a:noFill/>
            <a:ln w="31750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item_01</a:t>
              </a:r>
              <a:endParaRPr lang="zh-CN" altLang="en-US" sz="1600" dirty="0">
                <a:solidFill>
                  <a:schemeClr val="dk1"/>
                </a:solidFill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4894DFDC-546A-2738-554A-973F801BFA61}"/>
                </a:ext>
              </a:extLst>
            </p:cNvPr>
            <p:cNvSpPr txBox="1"/>
            <p:nvPr/>
          </p:nvSpPr>
          <p:spPr>
            <a:xfrm>
              <a:off x="6349762" y="3799271"/>
              <a:ext cx="301686" cy="369332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2</a:t>
              </a:r>
              <a:endParaRPr lang="zh-CN" altLang="en-US" dirty="0"/>
            </a:p>
          </p:txBody>
        </p: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229B2A9D-774F-8E56-4F28-DF6F22D277D7}"/>
                </a:ext>
              </a:extLst>
            </p:cNvPr>
            <p:cNvCxnSpPr>
              <a:cxnSpLocks/>
              <a:stCxn id="12" idx="0"/>
              <a:endCxn id="11" idx="2"/>
            </p:cNvCxnSpPr>
            <p:nvPr/>
          </p:nvCxnSpPr>
          <p:spPr>
            <a:xfrm flipH="1" flipV="1">
              <a:off x="6494265" y="3530310"/>
              <a:ext cx="6340" cy="268961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B21FAACD-F27F-23B4-F3C4-14182311EE47}"/>
                </a:ext>
              </a:extLst>
            </p:cNvPr>
            <p:cNvSpPr/>
            <p:nvPr/>
          </p:nvSpPr>
          <p:spPr>
            <a:xfrm>
              <a:off x="7086026" y="3094541"/>
              <a:ext cx="1002878" cy="435769"/>
            </a:xfrm>
            <a:prstGeom prst="roundRect">
              <a:avLst/>
            </a:prstGeom>
            <a:noFill/>
            <a:ln w="31750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item_02</a:t>
              </a:r>
              <a:endParaRPr lang="zh-CN" altLang="en-US" sz="1600" dirty="0">
                <a:solidFill>
                  <a:schemeClr val="dk1"/>
                </a:solidFill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1A8E4DBA-CCF9-BA9D-998A-C0891DE5DBE2}"/>
                </a:ext>
              </a:extLst>
            </p:cNvPr>
            <p:cNvSpPr txBox="1"/>
            <p:nvPr/>
          </p:nvSpPr>
          <p:spPr>
            <a:xfrm>
              <a:off x="7442962" y="3799271"/>
              <a:ext cx="301686" cy="369332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3</a:t>
              </a:r>
              <a:endParaRPr lang="zh-CN" altLang="en-US" dirty="0"/>
            </a:p>
          </p:txBody>
        </p: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8E4593ED-B713-CF97-213D-01A4AB48E91D}"/>
                </a:ext>
              </a:extLst>
            </p:cNvPr>
            <p:cNvCxnSpPr>
              <a:cxnSpLocks/>
              <a:stCxn id="15" idx="0"/>
              <a:endCxn id="14" idx="2"/>
            </p:cNvCxnSpPr>
            <p:nvPr/>
          </p:nvCxnSpPr>
          <p:spPr>
            <a:xfrm flipH="1" flipV="1">
              <a:off x="7587465" y="3530310"/>
              <a:ext cx="6340" cy="268961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802EAB43-21F8-7BA7-BEEA-8B5453E560A1}"/>
                </a:ext>
              </a:extLst>
            </p:cNvPr>
            <p:cNvSpPr/>
            <p:nvPr/>
          </p:nvSpPr>
          <p:spPr>
            <a:xfrm>
              <a:off x="8264442" y="3036594"/>
              <a:ext cx="3420128" cy="549872"/>
            </a:xfrm>
            <a:prstGeom prst="rect">
              <a:avLst/>
            </a:prstGeom>
            <a:noFill/>
            <a:ln w="38100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89C24F5B-1A7D-FEF5-1DB1-99C172AE2384}"/>
                </a:ext>
              </a:extLst>
            </p:cNvPr>
            <p:cNvSpPr/>
            <p:nvPr/>
          </p:nvSpPr>
          <p:spPr>
            <a:xfrm>
              <a:off x="8378398" y="3094541"/>
              <a:ext cx="1002878" cy="435769"/>
            </a:xfrm>
            <a:prstGeom prst="roundRect">
              <a:avLst/>
            </a:prstGeom>
            <a:noFill/>
            <a:ln w="31750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item_10</a:t>
              </a:r>
              <a:endParaRPr lang="zh-CN" altLang="en-US" sz="1600" dirty="0">
                <a:solidFill>
                  <a:schemeClr val="dk1"/>
                </a:solidFill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E68B2EFE-773B-5829-5182-0B99ECD8EC3A}"/>
                </a:ext>
              </a:extLst>
            </p:cNvPr>
            <p:cNvSpPr txBox="1"/>
            <p:nvPr/>
          </p:nvSpPr>
          <p:spPr>
            <a:xfrm>
              <a:off x="8735334" y="3799271"/>
              <a:ext cx="301686" cy="369332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4</a:t>
              </a:r>
              <a:endParaRPr lang="zh-CN" altLang="en-US" dirty="0"/>
            </a:p>
          </p:txBody>
        </p: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AC30D297-3F47-1396-C13F-FA7DF9BF509D}"/>
                </a:ext>
              </a:extLst>
            </p:cNvPr>
            <p:cNvCxnSpPr>
              <a:cxnSpLocks/>
              <a:stCxn id="19" idx="0"/>
              <a:endCxn id="18" idx="2"/>
            </p:cNvCxnSpPr>
            <p:nvPr/>
          </p:nvCxnSpPr>
          <p:spPr>
            <a:xfrm flipH="1" flipV="1">
              <a:off x="8879837" y="3530310"/>
              <a:ext cx="6340" cy="268961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9912319C-3DC1-6B85-C73B-DF5D8377F41E}"/>
                </a:ext>
              </a:extLst>
            </p:cNvPr>
            <p:cNvSpPr/>
            <p:nvPr/>
          </p:nvSpPr>
          <p:spPr>
            <a:xfrm>
              <a:off x="9477938" y="3094541"/>
              <a:ext cx="1002878" cy="435769"/>
            </a:xfrm>
            <a:prstGeom prst="roundRect">
              <a:avLst/>
            </a:prstGeom>
            <a:noFill/>
            <a:ln w="31750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item_11</a:t>
              </a:r>
              <a:endParaRPr lang="zh-CN" altLang="en-US" sz="1600" dirty="0">
                <a:solidFill>
                  <a:schemeClr val="dk1"/>
                </a:solidFill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D6898238-B047-EAE7-C85E-720382CB8268}"/>
                </a:ext>
              </a:extLst>
            </p:cNvPr>
            <p:cNvSpPr txBox="1"/>
            <p:nvPr/>
          </p:nvSpPr>
          <p:spPr>
            <a:xfrm>
              <a:off x="9834874" y="3799271"/>
              <a:ext cx="301686" cy="369332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5</a:t>
              </a:r>
              <a:endParaRPr lang="zh-CN" altLang="en-US" dirty="0"/>
            </a:p>
          </p:txBody>
        </p: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E3B7D0D4-E56F-2CA5-2E39-56C99EE29241}"/>
                </a:ext>
              </a:extLst>
            </p:cNvPr>
            <p:cNvCxnSpPr>
              <a:cxnSpLocks/>
              <a:stCxn id="22" idx="0"/>
              <a:endCxn id="21" idx="2"/>
            </p:cNvCxnSpPr>
            <p:nvPr/>
          </p:nvCxnSpPr>
          <p:spPr>
            <a:xfrm flipH="1" flipV="1">
              <a:off x="9979377" y="3530310"/>
              <a:ext cx="6340" cy="268961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0184008E-9B46-C92A-AF46-708A451530F7}"/>
                </a:ext>
              </a:extLst>
            </p:cNvPr>
            <p:cNvSpPr/>
            <p:nvPr/>
          </p:nvSpPr>
          <p:spPr>
            <a:xfrm>
              <a:off x="10571138" y="3094541"/>
              <a:ext cx="1002878" cy="435769"/>
            </a:xfrm>
            <a:prstGeom prst="roundRect">
              <a:avLst/>
            </a:prstGeom>
            <a:noFill/>
            <a:ln w="31750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item_12</a:t>
              </a:r>
              <a:endParaRPr lang="zh-CN" altLang="en-US" sz="1600" dirty="0">
                <a:solidFill>
                  <a:schemeClr val="dk1"/>
                </a:solidFill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3DB2D199-0423-31C5-291E-39F98294B210}"/>
                </a:ext>
              </a:extLst>
            </p:cNvPr>
            <p:cNvSpPr txBox="1"/>
            <p:nvPr/>
          </p:nvSpPr>
          <p:spPr>
            <a:xfrm>
              <a:off x="10928074" y="3799271"/>
              <a:ext cx="301686" cy="369332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6</a:t>
              </a:r>
              <a:endParaRPr lang="zh-CN" altLang="en-US" dirty="0"/>
            </a:p>
          </p:txBody>
        </p: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EB828F92-0187-A8AB-D40C-3B7BD091AAF0}"/>
                </a:ext>
              </a:extLst>
            </p:cNvPr>
            <p:cNvCxnSpPr>
              <a:cxnSpLocks/>
              <a:stCxn id="25" idx="0"/>
              <a:endCxn id="24" idx="2"/>
            </p:cNvCxnSpPr>
            <p:nvPr/>
          </p:nvCxnSpPr>
          <p:spPr>
            <a:xfrm flipH="1" flipV="1">
              <a:off x="11072577" y="3530310"/>
              <a:ext cx="6340" cy="268961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左大括号 26">
              <a:extLst>
                <a:ext uri="{FF2B5EF4-FFF2-40B4-BE49-F238E27FC236}">
                  <a16:creationId xmlns:a16="http://schemas.microsoft.com/office/drawing/2014/main" id="{B0AA5DE3-8213-81DC-2D91-5A7FD41D9BB4}"/>
                </a:ext>
              </a:extLst>
            </p:cNvPr>
            <p:cNvSpPr/>
            <p:nvPr/>
          </p:nvSpPr>
          <p:spPr>
            <a:xfrm rot="5400000">
              <a:off x="9836688" y="1271975"/>
              <a:ext cx="149892" cy="3114584"/>
            </a:xfrm>
            <a:prstGeom prst="leftBrac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AB507146-3CDA-5F74-9D9C-605A70186D42}"/>
                </a:ext>
              </a:extLst>
            </p:cNvPr>
            <p:cNvSpPr txBox="1"/>
            <p:nvPr/>
          </p:nvSpPr>
          <p:spPr>
            <a:xfrm>
              <a:off x="9563077" y="2306957"/>
              <a:ext cx="6971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Int[3]</a:t>
              </a:r>
              <a:endParaRPr lang="zh-CN" altLang="en-US" dirty="0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9198465D-3E4E-3CCB-F7C6-E75F06E338F0}"/>
                </a:ext>
              </a:extLst>
            </p:cNvPr>
            <p:cNvSpPr/>
            <p:nvPr/>
          </p:nvSpPr>
          <p:spPr>
            <a:xfrm>
              <a:off x="4726547" y="2975671"/>
              <a:ext cx="7028128" cy="69121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B3E8F71C-0761-1947-7F49-15536AE71082}"/>
                </a:ext>
              </a:extLst>
            </p:cNvPr>
            <p:cNvSpPr/>
            <p:nvPr/>
          </p:nvSpPr>
          <p:spPr>
            <a:xfrm>
              <a:off x="5382633" y="4993481"/>
              <a:ext cx="742950" cy="36933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m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32" name="连接符: 肘形 31">
              <a:extLst>
                <a:ext uri="{FF2B5EF4-FFF2-40B4-BE49-F238E27FC236}">
                  <a16:creationId xmlns:a16="http://schemas.microsoft.com/office/drawing/2014/main" id="{3DE71CE3-9DD3-A895-3462-E14719BCF19B}"/>
                </a:ext>
              </a:extLst>
            </p:cNvPr>
            <p:cNvCxnSpPr>
              <a:cxnSpLocks/>
              <a:stCxn id="30" idx="0"/>
              <a:endCxn id="29" idx="1"/>
            </p:cNvCxnSpPr>
            <p:nvPr/>
          </p:nvCxnSpPr>
          <p:spPr>
            <a:xfrm rot="16200000" flipV="1">
              <a:off x="4404228" y="3643600"/>
              <a:ext cx="1672201" cy="1027561"/>
            </a:xfrm>
            <a:prstGeom prst="bentConnector4">
              <a:avLst>
                <a:gd name="adj1" fmla="val 39666"/>
                <a:gd name="adj2" fmla="val 120857"/>
              </a:avLst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037CD7DE-208B-FBEB-FFF8-B5894F840F25}"/>
                </a:ext>
              </a:extLst>
            </p:cNvPr>
            <p:cNvSpPr/>
            <p:nvPr/>
          </p:nvSpPr>
          <p:spPr>
            <a:xfrm>
              <a:off x="7982867" y="4993481"/>
              <a:ext cx="742950" cy="36933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m+1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E1117413-D0CA-D21E-60BF-10E815EE9AC6}"/>
                </a:ext>
              </a:extLst>
            </p:cNvPr>
            <p:cNvSpPr/>
            <p:nvPr/>
          </p:nvSpPr>
          <p:spPr>
            <a:xfrm>
              <a:off x="10716031" y="4993481"/>
              <a:ext cx="900612" cy="36933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+1+2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46" name="连接符: 肘形 45">
              <a:extLst>
                <a:ext uri="{FF2B5EF4-FFF2-40B4-BE49-F238E27FC236}">
                  <a16:creationId xmlns:a16="http://schemas.microsoft.com/office/drawing/2014/main" id="{5579B4EC-259C-1594-3B0A-68251A6BAC93}"/>
                </a:ext>
              </a:extLst>
            </p:cNvPr>
            <p:cNvCxnSpPr>
              <a:stCxn id="43" idx="0"/>
              <a:endCxn id="17" idx="1"/>
            </p:cNvCxnSpPr>
            <p:nvPr/>
          </p:nvCxnSpPr>
          <p:spPr>
            <a:xfrm rot="16200000" flipV="1">
              <a:off x="7468417" y="4107556"/>
              <a:ext cx="1681951" cy="89900"/>
            </a:xfrm>
            <a:prstGeom prst="bentConnector4">
              <a:avLst>
                <a:gd name="adj1" fmla="val 41827"/>
                <a:gd name="adj2" fmla="val 389370"/>
              </a:avLst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连接符: 肘形 49">
              <a:extLst>
                <a:ext uri="{FF2B5EF4-FFF2-40B4-BE49-F238E27FC236}">
                  <a16:creationId xmlns:a16="http://schemas.microsoft.com/office/drawing/2014/main" id="{D2A3D334-0E89-C791-537F-D3A3E14E14DA}"/>
                </a:ext>
              </a:extLst>
            </p:cNvPr>
            <p:cNvCxnSpPr>
              <a:cxnSpLocks/>
              <a:stCxn id="44" idx="0"/>
              <a:endCxn id="24" idx="1"/>
            </p:cNvCxnSpPr>
            <p:nvPr/>
          </p:nvCxnSpPr>
          <p:spPr>
            <a:xfrm rot="16200000" flipV="1">
              <a:off x="10028211" y="3855354"/>
              <a:ext cx="1681055" cy="595199"/>
            </a:xfrm>
            <a:prstGeom prst="bentConnector4">
              <a:avLst>
                <a:gd name="adj1" fmla="val 43519"/>
                <a:gd name="adj2" fmla="val 138407"/>
              </a:avLst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192</Words>
  <Application>Microsoft Office PowerPoint</Application>
  <PresentationFormat>宽屏</PresentationFormat>
  <Paragraphs>87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第六次培训： C语言入门（第3讲）</dc:title>
  <dc:subject>PptxGenJS Presentation</dc:subject>
  <dc:creator>Created by Marp</dc:creator>
  <cp:lastModifiedBy>恒睿 张</cp:lastModifiedBy>
  <cp:revision>2</cp:revision>
  <dcterms:created xsi:type="dcterms:W3CDTF">2025-10-31T11:55:15Z</dcterms:created>
  <dcterms:modified xsi:type="dcterms:W3CDTF">2025-10-31T12:44:42Z</dcterms:modified>
</cp:coreProperties>
</file>
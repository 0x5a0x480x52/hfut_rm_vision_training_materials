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8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24008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</Words>
  <Application>Microsoft Office PowerPoint</Application>
  <PresentationFormat>宽屏</PresentationFormat>
  <Paragraphs>33</Paragraphs>
  <Slides>33</Slides>
  <Notes>33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5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第四次培训： C语言入门</dc:title>
  <dc:subject>PptxGenJS Presentation</dc:subject>
  <dc:creator>Created by Marp</dc:creator>
  <cp:lastModifiedBy>恒睿 张</cp:lastModifiedBy>
  <cp:revision>2</cp:revision>
  <dcterms:created xsi:type="dcterms:W3CDTF">2025-10-18T14:16:40Z</dcterms:created>
  <dcterms:modified xsi:type="dcterms:W3CDTF">2025-10-18T14:18:47Z</dcterms:modified>
</cp:coreProperties>
</file>